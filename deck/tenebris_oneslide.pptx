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eneb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/>
          <p:nvPr/>
        </p:nvPicPr>
        <p:blipFill>
          <a:blip r:embed="rId1"/>
          <a:srcRect l="34298" t="0" r="35176" b="0"/>
          <a:stretch/>
        </p:blipFill>
        <p:spPr>
          <a:xfrm>
            <a:off x="571320" y="342000"/>
            <a:ext cx="1014840" cy="113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"/>
          <p:cNvSpPr txBox="1"/>
          <p:nvPr/>
        </p:nvSpPr>
        <p:spPr>
          <a:xfrm>
            <a:off x="1618200" y="414000"/>
            <a:ext cx="6840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spAutoFit/>
          </a:bodyPr>
          <a:p>
            <a:pPr>
              <a:spcBef>
                <a:spcPts val="283"/>
              </a:spcBef>
              <a:spcAft>
                <a:spcPts val="283"/>
              </a:spcAft>
            </a:pPr>
            <a:r>
              <a:rPr lang="en-US" sz="1800" b="1" u="none" strike="noStrike">
                <a:solidFill>
                  <a:srgbClr val="00A9E2"/>
                </a:solidFill>
                <a:effectLst/>
                <a:uFillTx/>
                <a:latin typeface="Arial"/>
              </a:rPr>
              <a:t>Watchful shadows. Passive defense.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40"/>
              </a:spcBef>
              <a:spcAft>
                <a:spcPts val="340"/>
              </a:spcAf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Passive counter-drone sensor mesh that: detects, locates, warns, before the threat arrives.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94000" y="1476000"/>
            <a:ext cx="11005200" cy="25200"/>
          </a:xfrm>
          <a:prstGeom prst="rect">
            <a:avLst/>
          </a:prstGeom>
          <a:solidFill>
            <a:srgbClr val="00A9E2"/>
          </a:solidFill>
          <a:ln w="0">
            <a:noFill/>
          </a:ln>
        </p:spPr>
        <p:txBody>
          <a:bodyPr lIns="90000" tIns="-19800" rIns="90000" bIns="-19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94000" y="1710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THE PROBLEM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Belgium fields two jammers; drones arrive by the thousand.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Jam everything and you blind your own GPS, radios, ambulances.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RF scanners are suitcase-sized and read only by a specialist.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94000" y="3312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DON'T JAM. LISTEN.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Detect the exact band: FPV video and control, GNSS, ELRS.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Locate the emitter to +/-1 m with three pods and a ns clock.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Warn the operator by voice in under 0.5 second.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94000" y="4914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HOW IT WORKS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Sense: single-sensor pods listen on one band, encrypted.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Fuse: a master node solves TDOA and projects the threat path.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Warn: the person in that path hears a voice cue. No screen.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174000" y="1710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BUILT TO A HARD SPEC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+/-1 m (50 cm goal); detect in under 0.5 s; 99% track continuity.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- 3-month battery; -40 to +60 C; 0 to 800 km/h targets.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Air-drop, throw, cannon or drone-place; decoys add coverage.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174000" y="3312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WHY IT WINS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$150-800 per pod vs $500k+ per legacy scanner.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Hundreds of gridded listeners vs two national jammers.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- 20x the coverage at about 1/15 the cost; EU 868 MHz, legal.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174000" y="4914000"/>
            <a:ext cx="5364000" cy="1512000"/>
          </a:xfrm>
          <a:prstGeom prst="rect">
            <a:avLst/>
          </a:prstGeom>
          <a:solidFill>
            <a:srgbClr val="111827"/>
          </a:solidFill>
          <a:ln w="7200">
            <a:solidFill>
              <a:srgbClr val="1F2937"/>
            </a:solidFill>
            <a:round/>
          </a:ln>
        </p:spPr>
        <p:txBody>
          <a:bodyPr lIns="93600" tIns="48600" rIns="93600" bIns="48600" anchor="t">
            <a:spAutoFit/>
          </a:bodyPr>
          <a:p>
            <a:pPr>
              <a:spcBef>
                <a:spcPts val="170"/>
              </a:spcBef>
              <a:spcAft>
                <a:spcPts val="170"/>
              </a:spcAft>
            </a:pPr>
            <a:r>
              <a:rPr lang="en-US" sz="1300" b="1" u="none" spc="113" strike="noStrike" cap="all">
                <a:solidFill>
                  <a:srgbClr val="00A9E2"/>
                </a:solidFill>
                <a:effectLst/>
                <a:uFillTx/>
                <a:latin typeface="Arial"/>
              </a:rPr>
              <a:t>THE ASK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Fund a ten site pilot area: one airport, one prison, one embassy.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Every detection geolocated, logged and signed. 30 days.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Bef>
                <a:spcPts val="312"/>
              </a:spcBef>
              <a:spcAft>
                <a:spcPts val="312"/>
              </a:spcAft>
            </a:pPr>
            <a:r>
              <a:rPr lang="en-US" sz="1100" b="0" u="none" strike="noStrike">
                <a:solidFill>
                  <a:srgbClr val="F3F4F6"/>
                </a:solidFill>
                <a:effectLst/>
                <a:uFillTx/>
                <a:latin typeface="Arial"/>
              </a:rPr>
              <a:t>- Partner now, before a costlier, blinder answer wins.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94000" y="6606000"/>
            <a:ext cx="1100412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spAutoFit/>
          </a:bodyPr>
          <a:p>
            <a:pPr algn="ctr">
              <a:spcBef>
                <a:spcPts val="283"/>
              </a:spcBef>
              <a:spcAft>
                <a:spcPts val="283"/>
              </a:spcAf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TENEBRIS = Detect. Locate. Warn. Save lives with cheap, silent technology.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2026-05-28T12:32:12Z</dcterms:modified>
  <cp:revision>2</cp:revision>
  <dc:subject/>
  <dc:title/>
</cp:coreProperties>
</file>